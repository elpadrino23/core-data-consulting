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148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2B9FD8"/>
          </a:solidFill>
          <a:ln w="12700">
            <a:solidFill>
              <a:srgbClr val="2B9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" name="Image 0" descr="/home/claude/coredata_logo_tran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3120" y="1136142"/>
            <a:ext cx="4311032" cy="1435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9F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Consulting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840480" y="502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del equipo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840480" y="1115568"/>
            <a:ext cx="4846320" cy="36576"/>
          </a:xfrm>
          <a:prstGeom prst="rect">
            <a:avLst/>
          </a:prstGeom>
          <a:solidFill>
            <a:srgbClr val="2B9FD8"/>
          </a:solidFill>
          <a:ln w="12700">
            <a:solidFill>
              <a:srgbClr val="2B9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3867912" y="1472184"/>
            <a:ext cx="4846320" cy="868680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9" name="Shape 6"/>
          <p:cNvSpPr/>
          <p:nvPr/>
        </p:nvSpPr>
        <p:spPr>
          <a:xfrm>
            <a:off x="3840480" y="1463040"/>
            <a:ext cx="54864" cy="868680"/>
          </a:xfrm>
          <a:prstGeom prst="rect">
            <a:avLst/>
          </a:prstGeom>
          <a:solidFill>
            <a:srgbClr val="2B9FD8"/>
          </a:solidFill>
          <a:ln w="12700">
            <a:solidFill>
              <a:srgbClr val="2B9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4005072" y="1554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Enrique de la Cruz Ambrosio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005072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9F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A01612863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40480" y="2514600"/>
            <a:ext cx="4846320" cy="868680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3840480" y="2514600"/>
            <a:ext cx="54864" cy="868680"/>
          </a:xfrm>
          <a:prstGeom prst="rect">
            <a:avLst/>
          </a:prstGeom>
          <a:solidFill>
            <a:srgbClr val="2B9FD8"/>
          </a:solidFill>
          <a:ln w="12700">
            <a:solidFill>
              <a:srgbClr val="2B9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4005072" y="2606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Fernando Martinez Barragan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005072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9F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A01613426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840480" y="3566160"/>
            <a:ext cx="4846320" cy="868680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7" name="Shape 14"/>
          <p:cNvSpPr/>
          <p:nvPr/>
        </p:nvSpPr>
        <p:spPr>
          <a:xfrm>
            <a:off x="3840480" y="3566160"/>
            <a:ext cx="54864" cy="868680"/>
          </a:xfrm>
          <a:prstGeom prst="rect">
            <a:avLst/>
          </a:prstGeom>
          <a:solidFill>
            <a:srgbClr val="2B9FD8"/>
          </a:solidFill>
          <a:ln w="12700">
            <a:solidFill>
              <a:srgbClr val="2B9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4005072" y="3657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Arturo Gómez Ayala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005072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9F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A01711027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840480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CA3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Construcción</a:t>
            </a:r>
            <a:r>
              <a:rPr lang="en-US" sz="900" dirty="0">
                <a:solidFill>
                  <a:srgbClr val="9CA3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 Software y Toma de Decisiones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</Words>
  <Application>Microsoft Office PowerPoint</Application>
  <PresentationFormat>Presentación en pantalla (16:9)</PresentationFormat>
  <Paragraphs>10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CoreData Consulting - Integrantes</dc:title>
  <dc:subject>PptxGenJS Presentation</dc:subject>
  <dc:creator>PptxGenJS</dc:creator>
  <cp:lastModifiedBy>Carlos Arturo Gómez Ayala</cp:lastModifiedBy>
  <cp:revision>2</cp:revision>
  <dcterms:created xsi:type="dcterms:W3CDTF">2026-05-27T19:07:53Z</dcterms:created>
  <dcterms:modified xsi:type="dcterms:W3CDTF">2026-05-27T19:12:12Z</dcterms:modified>
</cp:coreProperties>
</file>